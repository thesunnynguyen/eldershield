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25"/>
  </p:notesMasterIdLst>
  <p:sldIdLst>
    <p:sldId id="256" r:id="rId2"/>
    <p:sldId id="257" r:id="rId3"/>
    <p:sldId id="275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80" r:id="rId20"/>
    <p:sldId id="274" r:id="rId21"/>
    <p:sldId id="279" r:id="rId22"/>
    <p:sldId id="277" r:id="rId23"/>
    <p:sldId id="276" r:id="rId2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Milner" userId="366d1b73734f2ade" providerId="LiveId" clId="{3C47DDF9-8EDB-428C-9A4B-7BCCC174B6E3}"/>
    <pc:docChg chg="custSel modSld">
      <pc:chgData name="Joe Milner" userId="366d1b73734f2ade" providerId="LiveId" clId="{3C47DDF9-8EDB-428C-9A4B-7BCCC174B6E3}" dt="2026-03-14T22:40:58.264" v="176" actId="20577"/>
      <pc:docMkLst>
        <pc:docMk/>
      </pc:docMkLst>
      <pc:sldChg chg="mod modShow">
        <pc:chgData name="Joe Milner" userId="366d1b73734f2ade" providerId="LiveId" clId="{3C47DDF9-8EDB-428C-9A4B-7BCCC174B6E3}" dt="2026-03-14T22:35:45.219" v="9" actId="729"/>
        <pc:sldMkLst>
          <pc:docMk/>
          <pc:sldMk cId="0" sldId="259"/>
        </pc:sldMkLst>
      </pc:sldChg>
      <pc:sldChg chg="modSp mod">
        <pc:chgData name="Joe Milner" userId="366d1b73734f2ade" providerId="LiveId" clId="{3C47DDF9-8EDB-428C-9A4B-7BCCC174B6E3}" dt="2026-03-14T22:40:33.066" v="151" actId="20577"/>
        <pc:sldMkLst>
          <pc:docMk/>
          <pc:sldMk cId="0" sldId="260"/>
        </pc:sldMkLst>
        <pc:spChg chg="mod">
          <ac:chgData name="Joe Milner" userId="366d1b73734f2ade" providerId="LiveId" clId="{3C47DDF9-8EDB-428C-9A4B-7BCCC174B6E3}" dt="2026-03-14T22:40:33.066" v="151" actId="20577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36:20.412" v="28" actId="1076"/>
        <pc:sldMkLst>
          <pc:docMk/>
          <pc:sldMk cId="0" sldId="261"/>
        </pc:sldMkLst>
        <pc:spChg chg="mod">
          <ac:chgData name="Joe Milner" userId="366d1b73734f2ade" providerId="LiveId" clId="{3C47DDF9-8EDB-428C-9A4B-7BCCC174B6E3}" dt="2026-03-14T22:36:00.996" v="27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oe Milner" userId="366d1b73734f2ade" providerId="LiveId" clId="{3C47DDF9-8EDB-428C-9A4B-7BCCC174B6E3}" dt="2026-03-14T22:36:20.412" v="28" actId="1076"/>
          <ac:spMkLst>
            <pc:docMk/>
            <pc:sldMk cId="0" sldId="261"/>
            <ac:spMk id="43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40:42.137" v="164" actId="20577"/>
        <pc:sldMkLst>
          <pc:docMk/>
          <pc:sldMk cId="0" sldId="263"/>
        </pc:sldMkLst>
        <pc:spChg chg="mod">
          <ac:chgData name="Joe Milner" userId="366d1b73734f2ade" providerId="LiveId" clId="{3C47DDF9-8EDB-428C-9A4B-7BCCC174B6E3}" dt="2026-03-14T22:40:42.137" v="164" actId="20577"/>
          <ac:spMkLst>
            <pc:docMk/>
            <pc:sldMk cId="0" sldId="263"/>
            <ac:spMk id="7" creationId="{00000000-0000-0000-0000-000000000000}"/>
          </ac:spMkLst>
        </pc:spChg>
      </pc:sldChg>
      <pc:sldChg chg="addSp delSp modSp mod">
        <pc:chgData name="Joe Milner" userId="366d1b73734f2ade" providerId="LiveId" clId="{3C47DDF9-8EDB-428C-9A4B-7BCCC174B6E3}" dt="2026-03-14T22:37:30.146" v="43" actId="1076"/>
        <pc:sldMkLst>
          <pc:docMk/>
          <pc:sldMk cId="0" sldId="264"/>
        </pc:sldMkLst>
        <pc:picChg chg="del">
          <ac:chgData name="Joe Milner" userId="366d1b73734f2ade" providerId="LiveId" clId="{3C47DDF9-8EDB-428C-9A4B-7BCCC174B6E3}" dt="2026-03-14T22:37:00.688" v="37" actId="478"/>
          <ac:picMkLst>
            <pc:docMk/>
            <pc:sldMk cId="0" sldId="264"/>
            <ac:picMk id="7" creationId="{00000000-0000-0000-0000-000000000000}"/>
          </ac:picMkLst>
        </pc:picChg>
        <pc:picChg chg="add mod">
          <ac:chgData name="Joe Milner" userId="366d1b73734f2ade" providerId="LiveId" clId="{3C47DDF9-8EDB-428C-9A4B-7BCCC174B6E3}" dt="2026-03-14T22:37:30.146" v="43" actId="1076"/>
          <ac:picMkLst>
            <pc:docMk/>
            <pc:sldMk cId="0" sldId="264"/>
            <ac:picMk id="9" creationId="{8D960812-1196-8D65-189F-E98F10C7050A}"/>
          </ac:picMkLst>
        </pc:picChg>
      </pc:sldChg>
      <pc:sldChg chg="modSp mod">
        <pc:chgData name="Joe Milner" userId="366d1b73734f2ade" providerId="LiveId" clId="{3C47DDF9-8EDB-428C-9A4B-7BCCC174B6E3}" dt="2026-03-14T22:39:48.618" v="138" actId="20577"/>
        <pc:sldMkLst>
          <pc:docMk/>
          <pc:sldMk cId="0" sldId="265"/>
        </pc:sldMkLst>
        <pc:spChg chg="mod">
          <ac:chgData name="Joe Milner" userId="366d1b73734f2ade" providerId="LiveId" clId="{3C47DDF9-8EDB-428C-9A4B-7BCCC174B6E3}" dt="2026-03-14T22:39:48.618" v="138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37:57.570" v="61" actId="20577"/>
        <pc:sldMkLst>
          <pc:docMk/>
          <pc:sldMk cId="0" sldId="266"/>
        </pc:sldMkLst>
        <pc:spChg chg="mod">
          <ac:chgData name="Joe Milner" userId="366d1b73734f2ade" providerId="LiveId" clId="{3C47DDF9-8EDB-428C-9A4B-7BCCC174B6E3}" dt="2026-03-14T22:37:57.570" v="61" actId="20577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38:02.784" v="70" actId="20577"/>
        <pc:sldMkLst>
          <pc:docMk/>
          <pc:sldMk cId="0" sldId="267"/>
        </pc:sldMkLst>
        <pc:spChg chg="mod">
          <ac:chgData name="Joe Milner" userId="366d1b73734f2ade" providerId="LiveId" clId="{3C47DDF9-8EDB-428C-9A4B-7BCCC174B6E3}" dt="2026-03-14T22:38:02.784" v="70" actId="20577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38:07.944" v="79" actId="20577"/>
        <pc:sldMkLst>
          <pc:docMk/>
          <pc:sldMk cId="0" sldId="268"/>
        </pc:sldMkLst>
        <pc:spChg chg="mod">
          <ac:chgData name="Joe Milner" userId="366d1b73734f2ade" providerId="LiveId" clId="{3C47DDF9-8EDB-428C-9A4B-7BCCC174B6E3}" dt="2026-03-14T22:38:07.944" v="79" actId="20577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38:14.390" v="88" actId="20577"/>
        <pc:sldMkLst>
          <pc:docMk/>
          <pc:sldMk cId="0" sldId="269"/>
        </pc:sldMkLst>
        <pc:spChg chg="mod">
          <ac:chgData name="Joe Milner" userId="366d1b73734f2ade" providerId="LiveId" clId="{3C47DDF9-8EDB-428C-9A4B-7BCCC174B6E3}" dt="2026-03-14T22:38:14.390" v="88" actId="20577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38:24.818" v="97" actId="20577"/>
        <pc:sldMkLst>
          <pc:docMk/>
          <pc:sldMk cId="0" sldId="270"/>
        </pc:sldMkLst>
        <pc:spChg chg="mod">
          <ac:chgData name="Joe Milner" userId="366d1b73734f2ade" providerId="LiveId" clId="{3C47DDF9-8EDB-428C-9A4B-7BCCC174B6E3}" dt="2026-03-14T22:38:24.818" v="97" actId="20577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38:30.074" v="106" actId="20577"/>
        <pc:sldMkLst>
          <pc:docMk/>
          <pc:sldMk cId="0" sldId="271"/>
        </pc:sldMkLst>
        <pc:spChg chg="mod">
          <ac:chgData name="Joe Milner" userId="366d1b73734f2ade" providerId="LiveId" clId="{3C47DDF9-8EDB-428C-9A4B-7BCCC174B6E3}" dt="2026-03-14T22:38:30.074" v="106" actId="20577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40:58.264" v="176" actId="20577"/>
        <pc:sldMkLst>
          <pc:docMk/>
          <pc:sldMk cId="0" sldId="272"/>
        </pc:sldMkLst>
        <pc:spChg chg="mod">
          <ac:chgData name="Joe Milner" userId="366d1b73734f2ade" providerId="LiveId" clId="{3C47DDF9-8EDB-428C-9A4B-7BCCC174B6E3}" dt="2026-03-14T22:40:58.264" v="176" actId="20577"/>
          <ac:spMkLst>
            <pc:docMk/>
            <pc:sldMk cId="0" sldId="272"/>
            <ac:spMk id="7" creationId="{00000000-0000-0000-0000-000000000000}"/>
          </ac:spMkLst>
        </pc:spChg>
      </pc:sldChg>
      <pc:sldChg chg="modSp mod">
        <pc:chgData name="Joe Milner" userId="366d1b73734f2ade" providerId="LiveId" clId="{3C47DDF9-8EDB-428C-9A4B-7BCCC174B6E3}" dt="2026-03-14T22:38:45.796" v="124" actId="20577"/>
        <pc:sldMkLst>
          <pc:docMk/>
          <pc:sldMk cId="0" sldId="273"/>
        </pc:sldMkLst>
        <pc:spChg chg="mod">
          <ac:chgData name="Joe Milner" userId="366d1b73734f2ade" providerId="LiveId" clId="{3C47DDF9-8EDB-428C-9A4B-7BCCC174B6E3}" dt="2026-03-14T22:38:45.796" v="124" actId="20577"/>
          <ac:spMkLst>
            <pc:docMk/>
            <pc:sldMk cId="0" sldId="273"/>
            <ac:spMk id="4" creationId="{00000000-0000-0000-0000-000000000000}"/>
          </ac:spMkLst>
        </pc:spChg>
      </pc:sldChg>
      <pc:sldChg chg="delSp modSp mod">
        <pc:chgData name="Joe Milner" userId="366d1b73734f2ade" providerId="LiveId" clId="{3C47DDF9-8EDB-428C-9A4B-7BCCC174B6E3}" dt="2026-03-14T22:38:53.647" v="125" actId="478"/>
        <pc:sldMkLst>
          <pc:docMk/>
          <pc:sldMk cId="0" sldId="274"/>
        </pc:sldMkLst>
        <pc:spChg chg="mod">
          <ac:chgData name="Joe Milner" userId="366d1b73734f2ade" providerId="LiveId" clId="{3C47DDF9-8EDB-428C-9A4B-7BCCC174B6E3}" dt="2026-03-14T22:34:18.499" v="8" actId="20577"/>
          <ac:spMkLst>
            <pc:docMk/>
            <pc:sldMk cId="0" sldId="274"/>
            <ac:spMk id="4" creationId="{00000000-0000-0000-0000-000000000000}"/>
          </ac:spMkLst>
        </pc:spChg>
        <pc:spChg chg="del">
          <ac:chgData name="Joe Milner" userId="366d1b73734f2ade" providerId="LiveId" clId="{3C47DDF9-8EDB-428C-9A4B-7BCCC174B6E3}" dt="2026-03-14T22:38:53.647" v="125" actId="478"/>
          <ac:spMkLst>
            <pc:docMk/>
            <pc:sldMk cId="0" sldId="274"/>
            <ac:spMk id="17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23:39:28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684 1 24575,'-22'1'0,"-1"1"0,1 1 0,1 2 0,-1 0 0,-24 9 0,-104 45 0,136-53 0,-10 4 0,9-4 0,0 0 0,0 1 0,1 1 0,-23 16 0,34-22 0,0 0 0,0 1 0,1-1 0,-1 1 0,1 0 0,-1 0 0,1 0 0,0 0 0,0 1 0,0-1 0,1 0 0,-1 1 0,1-1 0,0 1 0,0-1 0,0 1 0,0 0 0,1 0 0,0-1 0,-1 1 0,1 0 0,1 0 0,-1-1 0,0 1 0,2 5 0,6 26 0,2 7 0,5 58 0,-7-37 0,-4-27 0,1 42 0,13 105 0,-19 516 0,-8-596 0,0 6 0,11 10 0,-4 167 0,-6-227 0,-2 23 0,-8 59 0,8-42 0,2-39 0,2 1 0,-5 91 0,12 500 0,-19-494 0,18 319 0,-18-301 0,20-144 0,0-1 0,9 33 0,-11-59 0,0-1 0,0 1 0,0-1 0,-1 1 0,1-1 0,-1 1 0,0-1 0,0 1 0,-1-1 0,1 0 0,-1 0 0,0 0 0,-5 8 0,-41 52 0,22-31 0,18-21 0,1 0 0,0 0 0,1 1 0,0 0 0,1 0 0,1 0 0,0 0 0,1 1 0,-2 16 0,1 14 0,2 70 0,-1 13 0,-4-88 0,6-34 0,0 1 0,-1 0 0,2-1 0,-1 1 0,1 0 0,0-1 0,0 1 0,1 9 0,0-13 0,0 0 0,0 1 0,1-1 0,-1 0 0,1 0 0,-1 0 0,1 0 0,-1 0 0,1 0 0,0 0 0,0-1 0,0 1 0,0-1 0,0 1 0,1-1 0,-1 0 0,0 0 0,1 0 0,-1 0 0,1 0 0,-1 0 0,1-1 0,4 1 0,82 16 0,31 8 0,-74-13 0,-24-7 0,0 1 0,0 1 0,21 11 0,-55-24-118,5 3 22,0 0 0,0-1 0,0 1 1,1-2-1,-1 1 0,1-1 0,0 0 0,0 0 0,1 0 0,-1-1 0,1 0 0,-4-7 0,3 1-6730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23:39:29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517 56 24575,'-61'-3'0,"-86"-15"0,36 3 0,57 6 0,42 6 0,0 0 0,0 1 0,0 1 0,-1 0 0,1 0 0,-1 1 0,1 1 0,0 0 0,-13 3 0,24-4-22,1 0-1,0 0 0,-1 0 0,1 0 0,0 0 1,-1 0-1,1 0 0,0 0 0,-1 1 1,1-1-1,0 0 0,0 0 0,-1 0 1,1 0-1,0 0 0,-1 1 0,1-1 1,0 0-1,0 0 0,0 0 0,-1 1 1,1-1-1,0 0 0,0 1 0,0-1 1,-1 0-1,1 0 0,0 1 0,0-1 1,0 0-1,0 1 0,0-1 0,0 0 1,0 1-1,0-1 0,0 0 0,0 1 1,0-1-1,0 0 0,0 1 0,0-1 1,0 0-1,0 0 0,0 1 0,0-1 1,0 0-1,0 1 0,0-1 0,1 0 1,-1 1-1,0-1 0,0 0 0,0 0 0,1 1 1,-1-1-1,0 0 0,0 0 0,1 0 1,-1 1-1,5 5-6803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23:39:35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24575,'36'1'0,"1"1"0,35 8 0,52 8 0,31 0 0,40 0 0,-97-12 0,-69-6 0,55 8 0,-57-4 0,0-2 0,51-2 0,19 1 0,-95 0 0,0-1 0,0 1 0,-1-1 0,1 1 0,0 0 0,0 0 0,0 0 0,0 0 0,-1 0 0,1 0 0,0 1 0,-1-1 0,1 0 0,-1 1 0,1-1 0,-1 1 0,0 0 0,0-1 0,0 1 0,0 0 0,0 0 0,0 0 0,0-1 0,-1 1 0,1 0 0,0 0 0,-1 0 0,0 0 0,0 0 0,1 1 0,-1 1 0,1 12 0,-1 0 0,0 0 0,-3 18 0,1-6 0,0 528 0,3-289 0,-19-12 0,5 90 0,-26 368 0,39-81 0,2-598 0,1-1 0,11 48 0,3 20 0,-14-74 0,10 175 0,-12-184 0,-1 0 0,-1 0 0,-1 0 0,0 0 0,-1-1 0,-1 1 0,-1-1 0,-13 32 0,4-14 0,1 1 0,2 1 0,1 0 0,2 0 0,2 1 0,1-1 0,0 62 0,8 33 0,-6 107 0,1-224 0,-1-1 0,-1 1 0,0-1 0,-1 0 0,-1 0 0,0 0 0,-1-1 0,-10 16 0,6-10 0,0 0 0,-12 37 0,18-36 0,2-1 0,1 1 0,0 0 0,2-1 0,0 1 0,3 21 0,0 22 0,-3 361 0,-18-266 0,18-123 0,1-10 0,-1-1 0,-1 1 0,-1-1 0,-6 27 0,-13 86 0,18-104 0,3-28 0,-1 1 0,1-1 0,-1 1 0,0-1 0,0 1 0,-4 9 0,3-13 0,1 0 0,-1 1 0,1-1 0,-1 0 0,0 0 0,0 0 0,0 0 0,0-1 0,0 1 0,-1 0 0,1-1 0,0 0 0,-1 1 0,1-1 0,-1 0 0,1 0 0,-6 1 0,-14 3 0,-1-1 0,-27 2 0,-3 0 0,22-3 0,0-1 0,-36-2 0,42-2 0,-1 2 0,1 1 0,-1 1 0,-28 7 0,40-6-1365,1-1-5461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23:39:37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24575,'3'16'0,"-3"-15"0,1 0 0,-1 0 0,0-1 0,1 1 0,-1 0 0,0 0 0,0 0 0,0 0 0,0 0 0,0 0 0,0 0 0,0-1 0,0 1 0,0 0 0,0 0 0,0 0 0,-1 0 0,1 0 0,0 0 0,-1-1 0,1 1 0,0 0 0,-1 0 0,1 0 0,-1-1 0,1 1 0,-1 0 0,0-1 0,1 1 0,-1 0 0,0-1 0,1 1 0,-1-1 0,-1 2 0,2-2 0,-1 0 0,1 0 0,0 0 0,0 0 0,0 0 0,0 1 0,-1-1 0,1 0 0,0 0 0,0 0 0,0 0 0,0 1 0,0-1 0,0 0 0,0 0 0,0 0 0,0 1 0,0-1 0,0 0 0,0 0 0,-1 0 0,1 1 0,0-1 0,1 0 0,-1 0 0,0 1 0,0-1 0,0 0 0,0 0 0,0 0 0,0 1 0,0-1 0,0 0 0,0 0 0,0 0 0,0 1 0,1-1 0,-1 0 0,0 0 0,0 0 0,0 0 0,0 0 0,0 1 0,1-1 0,-1 0 0,0 0 0,0 0 0,0 0 0,1 0 0,-1 0 0,0 0 0,0 0 0,0 1 0,1-1 0,-1 0 0,23 7 0,26 1 0,182-5 0,-123-5 0,-95 1 0,0 0 0,-1-1 0,1-1 0,24-8 0,-24 7 0,0 0 0,1 1 0,-1 0 0,21-1 0,125-13 0,-140 17 0,-4-1 0,-1 1 0,1 0 0,-1 1 0,1 1 0,-1 0 0,1 1 0,-1 1 0,23 8 0,-26-8-35,0-1-1,0 0 0,0-1 1,0 0-1,1-1 1,-1 0-1,1-1 1,18-2-1,-5 1-1009,-9 1-5781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17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A54A-834A-ACEE-B572-5A482401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0943D-D145-3339-D6AC-3180734D5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AE72C-C599-710A-3694-F392E1049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BA0F6-1504-658B-EFAE-8587538A0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91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49FD-DC7D-A260-799C-0F11DEAE9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94254-DD5B-DC9B-D3BE-4CD06F718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14CA4-E1C1-0240-2403-F65F0C42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DFC32-9F90-48EB-2082-90D6FF95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56EF4-89F7-9A4F-A683-CDB576B6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6227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7ED3C-BF67-745D-0DD8-BD5AF7D1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632E6-EFC4-9F2D-3AB2-E31B4B70E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79DE-8BA5-0530-50B4-9F734024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39F10-4DF0-AF80-D300-9DA6048F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FFC3D-490B-A8FB-1312-2F25505A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165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FBAA-A08C-DBED-9F23-C08AD800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D0B24-DC5B-1D9B-C3FE-C9880712D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1CA09-D9A1-88D5-A8A6-DCA9F213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2C72B-953E-2416-117D-963570BD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A5191-792B-9BCF-8FE9-8FF158C7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2116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2ACED-9A7F-F8F4-8C39-7D045940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0C74B-D188-1C78-715F-3F85E9C73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7C754-DD8B-2BC1-4D00-6C83CD540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6037D-B7E2-58FD-3A16-373A048C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9C99F-593F-4B14-C67A-77BF0656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B8702-9309-A1FD-1357-8EF2F018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7732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8FD9-DFEA-96B5-0161-47A936AA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E40E-A297-1F27-7499-9EC4BDD6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9301A-C710-E331-BD05-3DE7513AE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84EB8-18DA-2FED-6E85-94DD4463E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AA5A2-D5F8-4779-A034-912894427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E166E1-4B0A-CB1E-C392-EB57E0EF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1CD086-4582-2536-6B17-BACF1FF8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BE3C17-B775-EC09-27F4-D99E6E08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552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5F0C-AAC9-0B4A-9CEE-75EAE26E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C6816-223D-E137-5BF8-DF2D2926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23C88-F309-3A7B-527C-F8432F66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11530-152D-2EED-E73E-A5996486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5968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F0B83B-93F7-E4EC-5F00-1D130B51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FC3ED-CC2C-3902-4458-14920A5F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A3B06-C10D-DA3C-D3AA-75B43DDE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0049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5A4E4-6EAF-4092-AE27-82640247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02C93-3041-9586-3315-BF58F0B78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624B4-93DF-AE6E-9119-65BADED14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815F3-41BA-1E9F-BFA2-180EA260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D258-C57C-84C2-43A8-A12756BE5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BE252-84C6-6EEC-78A4-4A537676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776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0D7E-76D9-A1D0-D7EA-0149B3F8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35417-8697-E59F-5891-ECF28B3BC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B941F-7E6C-2C2E-BA1C-E046BFCA9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30BE8-9B06-2293-2A13-9AF22281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FB50D-FBB2-BD08-1D7C-EB002A5ED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260FF-F544-012D-7170-AABC824D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88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BB5F-0D9C-4C46-40E7-02F07A89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E4F4D-0CC4-CDF8-E89F-CC408F5F1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893BF-BBCD-8553-BB0E-47EF6C36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F36E-1039-1D00-CE22-74D10811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5C28F-ADC7-910E-FED1-9C38F846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9063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501E9D-3575-B31C-0B0E-FDA36638B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98016-C064-F135-DC74-26FA9F5FB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FF693-4D8C-6282-757C-A915CB4F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19A53-5C47-3AAA-79F3-48D2BAF5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00F3C-36EB-AF85-F14A-4D56B9F1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0030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9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4292A1-13C6-01CA-9DC5-667B0C56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EDA13-6597-8E20-8A78-AE45E0865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877E8-7441-9D69-AD3E-59693B396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325E-FF79-5AB2-FF27-6B9DD3397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8AD43-CF6F-5311-F676-2F6349781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21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customXml" Target="../ink/ink2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77640" y="548640"/>
            <a:ext cx="1188720" cy="1188720"/>
          </a:xfrm>
          <a:prstGeom prst="ellipse">
            <a:avLst/>
          </a:prstGeom>
          <a:solidFill>
            <a:srgbClr val="2563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230" y="697230"/>
            <a:ext cx="891540" cy="8915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ElderShield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Scam Detection &amp; Awareness Platform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337560"/>
            <a:ext cx="2743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6465  |  Final Project Presentation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Nguyen   |   Joe Milner   |   Cameron Hubbard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 lost annually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elder fraud in the U.S. alone (FBI IC3)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 seniors targeted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scams each year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often lack tools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sophisticated scam tactics like phishing, impersonation, and social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scam analysis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 submit suspicious messages and get instant risk scores with plain-language explanations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early intervention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reports auto-notify linked caregivers and admins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Dual-interface system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elder UI + management console for caregivers/admins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Organization &amp;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config/      db.php, config.php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includes/    auth, helpers, billing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pages/       all UI pages (16 files)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api/         delete, reanalyze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database/    schema + seed.php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assets/      CSS + images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cli/         billing runner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uploads/     user screenshots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ERD, wireframes, use cases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097280"/>
            <a:ext cx="4206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554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Dashboard → Submit → Detail → Back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header.php / footer.php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nav menus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hamburger menu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83464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80560" y="283464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  |  MySQL  |  HTML5 + CSS  |  Ollama (AI)  |  MAMP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3931920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0" y="393192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about.php — public page with pricing, how-it-works, and sign-up CTAs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&amp; Critical Thinking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monetization of user data. Minimal data collection. Passwords hashed with bcrypt (cost 12).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1430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14300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Vulnerable Populations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8348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Accessibility-first interface for seniors. Plain-language explanations. Caregiver oversight.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29718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297180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546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AI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85800" y="3566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tool supporting human decisions, not an autonomous system. Admin can override AI judgments.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9718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97180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546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First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4983480" y="3566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protection, session management, input sanitization, PDO prepared statements, security headers.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rgbClr val="2563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748790"/>
            <a:ext cx="617220" cy="6172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54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645920" y="2560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Sessions &amp; Data Protection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 with BCRYPT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password_verify() on login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auth.php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143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91840" y="114300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8016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49040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747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session_regenerate_id() on login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requireLogin() on all protected pages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7472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auth.php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1143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126480" y="114300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83680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csrfToken() + csrfField() on every form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verifyCsrf() validates on POST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936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auth.php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0632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57200" y="306324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htmlspecialchars(), trim(), filter_var()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strip_tags() on user input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40080" y="4343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helpers.php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291840" y="30632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3291840" y="306324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200400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4904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Prepared Statements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34747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DB queries use parameterized queries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string concatenation in SQL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3474720" y="4343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db.php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126480" y="30632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6126480" y="306324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200400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58368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&amp; Session Destroy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630936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$_SESSION = [], cookie destroy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session_destroy() on logout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6309360" y="4343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logout.php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548640" y="7406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Security Headers: CSP, X-Frame-Options, X-Content-Type-Options, Referrer-Policy (config.php)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Authorization &amp; Role Management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18288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scam reports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incidents &amp;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Edit/resolve own reports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37560" y="109728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37560" y="109728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258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520440" y="18288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linked elders' incidents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reports on behalf of elders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high-risk notifications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billing &amp; subscription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109728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1097280"/>
            <a:ext cx="260604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258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400800" y="18288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 (CRUD)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AI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subscriptions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notifications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57200" y="3794760"/>
            <a:ext cx="8229600" cy="5486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3152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 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requireRole() on every restricted page  →  unauthorized.php (403 page) if role mismatch  |  Role-based nav menus in header.php  |  Access control on incident detail views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rgbClr val="2563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748790"/>
            <a:ext cx="617220" cy="6172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54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&amp; Database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645920" y="2560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 |  Foreign Keys  |  Multi-table JOINs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960812-1196-8D65-189F-E98F10C70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349" y="680825"/>
            <a:ext cx="5983302" cy="4051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rgbClr val="2563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748790"/>
            <a:ext cx="617220" cy="6172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54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 Use Cases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645920" y="2560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Entity Sets × 4 Operations = 20 Use Cases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CRUD: Users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user via admin_users.php form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via register.php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 with BCRYPT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3776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all users in admin_users.php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reads own profile in profile.php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queries for user data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updates name, email, password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changes role and active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uniqueness validation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hard-deletes user record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removes related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Self-delete prevented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CRUD: Incidents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submits via submit.php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submits on behalf of linked elder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support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3776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Elder: my_incidents.php (own reports)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Admin/Caregiver: incidents.php (all)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incident_detail.php with JOIN to analysis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edits content 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resolves (reviewed/dismissed)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Admin/Caregiver updates status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deletes own incident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deletes any incident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removes analysis +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CRUD: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(Ollama) generates analysis after submission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probability, category, tactics, explanation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async processing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3776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incident_detail.php shows full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between incidents and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gauge, tactics list, recommendations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overrides scam category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updateScamCategory() in helpers.php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override flag tracked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deletes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incident status to pending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re-analysis if needed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CRUD: Notifications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on high-risk incidents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broadcast to all users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notifications for caregivers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3776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notifications.php lists all per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type (high risk, admin, info)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to incidents and users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read/unread via AJAX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mark_notification.php API endpoint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mark-all-as-read feature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single notification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all notifications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delete any notification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CRUD: Account Links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Caregiver/Admin sends link request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linkCaregiverToElder() function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built 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3776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admin_users.php shows all relationships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profile.php shows elder's caregivers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users to account_links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Approve: pending → active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Revoke: active → revoked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Admin/Elder can manage link status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hard-deletes link record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deleteLink() in helpers.php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relationship permanently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CRUD: Subscriptions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self-upgrades to Premium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upgrades via admin_subscriptions.php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expiry date support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37760" y="15361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subscription.php shows current plan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all caregiver subscriptions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Tabs: All, Premium, Paused, Free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pause/unpause subscription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expiry 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Upgrade/downgrade plan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removes subscription entirely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Downgrades to Free + notifies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plan_expires and plan_paused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rgbClr val="2563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748790"/>
            <a:ext cx="617220" cy="6172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54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Use Cases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645920" y="2560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Multi-Entity Use Cases 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14F8-BD60-D5C0-A735-46118CC72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FBB6C1-DC9D-AD48-0084-957899C9341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9BCEC3-E57B-DC49-2766-FC684DA043DA}"/>
              </a:ext>
            </a:extLst>
          </p:cNvPr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032414-4EF4-F4FC-6BC9-CFC00E2B7359}"/>
              </a:ext>
            </a:extLst>
          </p:cNvPr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Interactive: Scam Report Pipeline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1060C1-45F0-4FDA-2E72-B56203C6CAD2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AE6B71-CCD8-133D-F736-EC1DFA22719B}"/>
              </a:ext>
            </a:extLst>
          </p:cNvPr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EA2A079-C714-52F1-7CC4-3ACAE7541DE9}"/>
              </a:ext>
            </a:extLst>
          </p:cNvPr>
          <p:cNvSpPr/>
          <p:nvPr/>
        </p:nvSpPr>
        <p:spPr>
          <a:xfrm>
            <a:off x="1143000" y="128016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1BD38D-6C1F-32B2-E23D-D4FE6E01E4B9}"/>
              </a:ext>
            </a:extLst>
          </p:cNvPr>
          <p:cNvSpPr/>
          <p:nvPr/>
        </p:nvSpPr>
        <p:spPr>
          <a:xfrm>
            <a:off x="11430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2D85589-5025-57E9-A7FD-C7EB1C1073B7}"/>
              </a:ext>
            </a:extLst>
          </p:cNvPr>
          <p:cNvSpPr/>
          <p:nvPr/>
        </p:nvSpPr>
        <p:spPr>
          <a:xfrm>
            <a:off x="1920240" y="160020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0991B5-3FB0-E956-C255-32814C599ACB}"/>
              </a:ext>
            </a:extLst>
          </p:cNvPr>
          <p:cNvSpPr/>
          <p:nvPr/>
        </p:nvSpPr>
        <p:spPr>
          <a:xfrm>
            <a:off x="2331720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D4B74F-9FF8-E13F-135F-0EF1C63C0C69}"/>
              </a:ext>
            </a:extLst>
          </p:cNvPr>
          <p:cNvSpPr/>
          <p:nvPr/>
        </p:nvSpPr>
        <p:spPr>
          <a:xfrm>
            <a:off x="45720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Submits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7349E8C-9F70-208B-FC2C-721CAA6BE483}"/>
              </a:ext>
            </a:extLst>
          </p:cNvPr>
          <p:cNvSpPr/>
          <p:nvPr/>
        </p:nvSpPr>
        <p:spPr>
          <a:xfrm>
            <a:off x="4572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submit.php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E89C620-B7E3-82F9-A859-27A0DB229C84}"/>
              </a:ext>
            </a:extLst>
          </p:cNvPr>
          <p:cNvSpPr/>
          <p:nvPr/>
        </p:nvSpPr>
        <p:spPr>
          <a:xfrm>
            <a:off x="3291840" y="12801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9B04E5-0071-EBBA-2728-A90B8E570534}"/>
              </a:ext>
            </a:extLst>
          </p:cNvPr>
          <p:cNvSpPr/>
          <p:nvPr/>
        </p:nvSpPr>
        <p:spPr>
          <a:xfrm>
            <a:off x="32918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7C361F8-36AF-4A0E-C23B-5BF727F170E4}"/>
              </a:ext>
            </a:extLst>
          </p:cNvPr>
          <p:cNvSpPr/>
          <p:nvPr/>
        </p:nvSpPr>
        <p:spPr>
          <a:xfrm>
            <a:off x="4069080" y="160020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5D2E806-6972-C8E9-FB63-0EB403C54B0C}"/>
              </a:ext>
            </a:extLst>
          </p:cNvPr>
          <p:cNvSpPr/>
          <p:nvPr/>
        </p:nvSpPr>
        <p:spPr>
          <a:xfrm>
            <a:off x="4480560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B94AD49-38D6-5200-54A0-EE3D4CD20B40}"/>
              </a:ext>
            </a:extLst>
          </p:cNvPr>
          <p:cNvSpPr/>
          <p:nvPr/>
        </p:nvSpPr>
        <p:spPr>
          <a:xfrm>
            <a:off x="26060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Created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F69AA02-211C-6149-7626-5C73BB4A6BED}"/>
              </a:ext>
            </a:extLst>
          </p:cNvPr>
          <p:cNvSpPr/>
          <p:nvPr/>
        </p:nvSpPr>
        <p:spPr>
          <a:xfrm>
            <a:off x="260604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 table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D715A33-6E36-85A2-56D3-1DD198588CD8}"/>
              </a:ext>
            </a:extLst>
          </p:cNvPr>
          <p:cNvSpPr/>
          <p:nvPr/>
        </p:nvSpPr>
        <p:spPr>
          <a:xfrm>
            <a:off x="5440680" y="12801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2CF0EA5-1D8D-C43A-474F-DDAEA948E00A}"/>
              </a:ext>
            </a:extLst>
          </p:cNvPr>
          <p:cNvSpPr/>
          <p:nvPr/>
        </p:nvSpPr>
        <p:spPr>
          <a:xfrm>
            <a:off x="54406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7A4AE52-03FB-15EE-53BA-8C2BB498ABDC}"/>
              </a:ext>
            </a:extLst>
          </p:cNvPr>
          <p:cNvSpPr/>
          <p:nvPr/>
        </p:nvSpPr>
        <p:spPr>
          <a:xfrm>
            <a:off x="6217920" y="160020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DAFEEBA-9BFC-F9AA-80CC-DA14D9569770}"/>
              </a:ext>
            </a:extLst>
          </p:cNvPr>
          <p:cNvSpPr/>
          <p:nvPr/>
        </p:nvSpPr>
        <p:spPr>
          <a:xfrm>
            <a:off x="6629400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5658524-7C83-4296-075E-10613D3FAA47}"/>
              </a:ext>
            </a:extLst>
          </p:cNvPr>
          <p:cNvSpPr/>
          <p:nvPr/>
        </p:nvSpPr>
        <p:spPr>
          <a:xfrm>
            <a:off x="475488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5AF519E-3625-C062-AFD7-08DA262067C8}"/>
              </a:ext>
            </a:extLst>
          </p:cNvPr>
          <p:cNvSpPr/>
          <p:nvPr/>
        </p:nvSpPr>
        <p:spPr>
          <a:xfrm>
            <a:off x="475488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→ analysis table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286E5AC-3B5B-1E0E-FA85-02B10802ECE9}"/>
              </a:ext>
            </a:extLst>
          </p:cNvPr>
          <p:cNvSpPr/>
          <p:nvPr/>
        </p:nvSpPr>
        <p:spPr>
          <a:xfrm>
            <a:off x="7589520" y="128016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9CE312B-8E52-003C-BC84-4AA8480246D3}"/>
              </a:ext>
            </a:extLst>
          </p:cNvPr>
          <p:cNvSpPr/>
          <p:nvPr/>
        </p:nvSpPr>
        <p:spPr>
          <a:xfrm>
            <a:off x="75895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BDF88C6-E6CD-07DF-2CE8-C83E1FA657C4}"/>
              </a:ext>
            </a:extLst>
          </p:cNvPr>
          <p:cNvSpPr/>
          <p:nvPr/>
        </p:nvSpPr>
        <p:spPr>
          <a:xfrm>
            <a:off x="69037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Notified</a:t>
            </a: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CDDFD27-E3F9-C2EE-D127-B2C55998D8F6}"/>
              </a:ext>
            </a:extLst>
          </p:cNvPr>
          <p:cNvSpPr/>
          <p:nvPr/>
        </p:nvSpPr>
        <p:spPr>
          <a:xfrm>
            <a:off x="690372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 table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3AB8458-3EA2-83AF-D70C-D4F0ADF00E9C}"/>
              </a:ext>
            </a:extLst>
          </p:cNvPr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51388CD-EDA0-D878-35E9-BD41CA2432FA}"/>
              </a:ext>
            </a:extLst>
          </p:cNvPr>
          <p:cNvSpPr/>
          <p:nvPr/>
        </p:nvSpPr>
        <p:spPr>
          <a:xfrm>
            <a:off x="73152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Involved (5-table JOIN chain)</a:t>
            </a:r>
            <a:endParaRPr lang="en-US" sz="14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4B22DF9-214A-815C-C6BB-AB9A08BB6BAF}"/>
              </a:ext>
            </a:extLst>
          </p:cNvPr>
          <p:cNvSpPr/>
          <p:nvPr/>
        </p:nvSpPr>
        <p:spPr>
          <a:xfrm>
            <a:off x="731520" y="3520440"/>
            <a:ext cx="1371600" cy="4114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67F85CE-A14B-AB2B-98B4-AFC341D29929}"/>
              </a:ext>
            </a:extLst>
          </p:cNvPr>
          <p:cNvSpPr/>
          <p:nvPr/>
        </p:nvSpPr>
        <p:spPr>
          <a:xfrm>
            <a:off x="7315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CA9353B-E1BC-64BB-45AC-7D729D6C8F86}"/>
              </a:ext>
            </a:extLst>
          </p:cNvPr>
          <p:cNvSpPr/>
          <p:nvPr/>
        </p:nvSpPr>
        <p:spPr>
          <a:xfrm>
            <a:off x="2103120" y="35204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9F28147-FEA1-C1F5-7B19-4101827D7394}"/>
              </a:ext>
            </a:extLst>
          </p:cNvPr>
          <p:cNvSpPr/>
          <p:nvPr/>
        </p:nvSpPr>
        <p:spPr>
          <a:xfrm>
            <a:off x="2331720" y="3520440"/>
            <a:ext cx="1371600" cy="4114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EE2AB27-313F-FFF8-F9B9-61256942E348}"/>
              </a:ext>
            </a:extLst>
          </p:cNvPr>
          <p:cNvSpPr/>
          <p:nvPr/>
        </p:nvSpPr>
        <p:spPr>
          <a:xfrm>
            <a:off x="23317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5F95622-A856-F043-C430-702E25736326}"/>
              </a:ext>
            </a:extLst>
          </p:cNvPr>
          <p:cNvSpPr/>
          <p:nvPr/>
        </p:nvSpPr>
        <p:spPr>
          <a:xfrm>
            <a:off x="3703320" y="35204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AA6DCFA-3DA0-422E-5C73-7AEE814F9DEB}"/>
              </a:ext>
            </a:extLst>
          </p:cNvPr>
          <p:cNvSpPr/>
          <p:nvPr/>
        </p:nvSpPr>
        <p:spPr>
          <a:xfrm>
            <a:off x="3931920" y="3520440"/>
            <a:ext cx="1371600" cy="4114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ADC0681-727C-51D9-1571-EA18C73E1640}"/>
              </a:ext>
            </a:extLst>
          </p:cNvPr>
          <p:cNvSpPr/>
          <p:nvPr/>
        </p:nvSpPr>
        <p:spPr>
          <a:xfrm>
            <a:off x="39319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28C7318-A27E-8013-B807-5A33CAF7C487}"/>
              </a:ext>
            </a:extLst>
          </p:cNvPr>
          <p:cNvSpPr/>
          <p:nvPr/>
        </p:nvSpPr>
        <p:spPr>
          <a:xfrm>
            <a:off x="5303520" y="35204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131E35F-2848-3BEF-CF07-23DA9D274650}"/>
              </a:ext>
            </a:extLst>
          </p:cNvPr>
          <p:cNvSpPr/>
          <p:nvPr/>
        </p:nvSpPr>
        <p:spPr>
          <a:xfrm>
            <a:off x="5532120" y="3520440"/>
            <a:ext cx="1371600" cy="4114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FB1F9AA-0C29-A2B5-24BA-99C2C5032422}"/>
              </a:ext>
            </a:extLst>
          </p:cNvPr>
          <p:cNvSpPr/>
          <p:nvPr/>
        </p:nvSpPr>
        <p:spPr>
          <a:xfrm>
            <a:off x="55321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account_links</a:t>
            </a:r>
            <a:endParaRPr lang="en-US" sz="10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B1684F3-55AB-56A6-BECA-66693D248D26}"/>
              </a:ext>
            </a:extLst>
          </p:cNvPr>
          <p:cNvSpPr/>
          <p:nvPr/>
        </p:nvSpPr>
        <p:spPr>
          <a:xfrm>
            <a:off x="6903720" y="35204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6D0592F-9297-0237-8741-8C7993B7EB48}"/>
              </a:ext>
            </a:extLst>
          </p:cNvPr>
          <p:cNvSpPr/>
          <p:nvPr/>
        </p:nvSpPr>
        <p:spPr>
          <a:xfrm>
            <a:off x="7132320" y="3520440"/>
            <a:ext cx="1371600" cy="4114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69DD7C5-9208-3013-6F14-F0A57D4DD01E}"/>
              </a:ext>
            </a:extLst>
          </p:cNvPr>
          <p:cNvSpPr/>
          <p:nvPr/>
        </p:nvSpPr>
        <p:spPr>
          <a:xfrm>
            <a:off x="71323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7BDA699-D86C-21B7-91A1-5825FD65B760}"/>
              </a:ext>
            </a:extLst>
          </p:cNvPr>
          <p:cNvSpPr/>
          <p:nvPr/>
        </p:nvSpPr>
        <p:spPr>
          <a:xfrm>
            <a:off x="731520" y="4069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submits suspicious content → AI returns scam probability, category, and tactics → high-risk reports auto-notify linked caregivers and admins for early intervention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20855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2284D-A612-DF08-B7FD-1867BA992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250" y="0"/>
            <a:ext cx="3957499" cy="51435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854E19-F4B7-E7D7-7796-D13671053C48}"/>
              </a:ext>
            </a:extLst>
          </p:cNvPr>
          <p:cNvGrpSpPr/>
          <p:nvPr/>
        </p:nvGrpSpPr>
        <p:grpSpPr>
          <a:xfrm>
            <a:off x="2163280" y="786930"/>
            <a:ext cx="363960" cy="1860120"/>
            <a:chOff x="2163280" y="786930"/>
            <a:chExt cx="363960" cy="186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FE44698-00CE-FF1E-1EC7-CBF8E84D3F37}"/>
                    </a:ext>
                  </a:extLst>
                </p14:cNvPr>
                <p14:cNvContentPartPr/>
                <p14:nvPr/>
              </p14:nvContentPartPr>
              <p14:xfrm>
                <a:off x="2281000" y="786930"/>
                <a:ext cx="246240" cy="1860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FE44698-00CE-FF1E-1EC7-CBF8E84D3F3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74880" y="780810"/>
                  <a:ext cx="258480" cy="18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FEF100-6783-3961-94A3-D93256E5BD0D}"/>
                    </a:ext>
                  </a:extLst>
                </p14:cNvPr>
                <p14:cNvContentPartPr/>
                <p14:nvPr/>
              </p14:nvContentPartPr>
              <p14:xfrm>
                <a:off x="2163280" y="1580010"/>
                <a:ext cx="186120" cy="20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FEF100-6783-3961-94A3-D93256E5BD0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57160" y="1573890"/>
                  <a:ext cx="1983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44F7763-4CC0-B75F-9C36-9D14BCF44C3B}"/>
              </a:ext>
            </a:extLst>
          </p:cNvPr>
          <p:cNvGrpSpPr/>
          <p:nvPr/>
        </p:nvGrpSpPr>
        <p:grpSpPr>
          <a:xfrm>
            <a:off x="6451600" y="2888970"/>
            <a:ext cx="786600" cy="2133360"/>
            <a:chOff x="6451600" y="2888970"/>
            <a:chExt cx="786600" cy="21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2EAF31F-5791-4777-8F70-196EAA6D58A5}"/>
                    </a:ext>
                  </a:extLst>
                </p14:cNvPr>
                <p14:cNvContentPartPr/>
                <p14:nvPr/>
              </p14:nvContentPartPr>
              <p14:xfrm>
                <a:off x="6451600" y="2888970"/>
                <a:ext cx="396000" cy="2133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2EAF31F-5791-4777-8F70-196EAA6D58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45480" y="2882850"/>
                  <a:ext cx="408240" cy="21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64CB92-7909-B763-DECA-DE78A7B7C37D}"/>
                    </a:ext>
                  </a:extLst>
                </p14:cNvPr>
                <p14:cNvContentPartPr/>
                <p14:nvPr/>
              </p14:nvContentPartPr>
              <p14:xfrm>
                <a:off x="6848320" y="3892290"/>
                <a:ext cx="389880" cy="26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64CB92-7909-B763-DECA-DE78A7B7C37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42200" y="3886170"/>
                  <a:ext cx="402120" cy="38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FD79531-876B-86A3-6BBC-4B00F89E09CC}"/>
              </a:ext>
            </a:extLst>
          </p:cNvPr>
          <p:cNvSpPr txBox="1"/>
          <p:nvPr/>
        </p:nvSpPr>
        <p:spPr>
          <a:xfrm>
            <a:off x="425450" y="1333500"/>
            <a:ext cx="1671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566564-5DD4-0D3A-AB01-7F54BD52C934}"/>
              </a:ext>
            </a:extLst>
          </p:cNvPr>
          <p:cNvSpPr txBox="1"/>
          <p:nvPr/>
        </p:nvSpPr>
        <p:spPr>
          <a:xfrm>
            <a:off x="7346950" y="3632484"/>
            <a:ext cx="1671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Incident Submission</a:t>
            </a:r>
          </a:p>
        </p:txBody>
      </p:sp>
    </p:spTree>
    <p:extLst>
      <p:ext uri="{BB962C8B-B14F-4D97-AF65-F5344CB8AC3E}">
        <p14:creationId xmlns:p14="http://schemas.microsoft.com/office/powerpoint/2010/main" val="1547985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Interactive: </a:t>
            </a:r>
            <a:r>
              <a:rPr lang="en-US" sz="2600" b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Analytics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Group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incident volume chart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 donut (high/medium/low)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scam categories (horizontal bars)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comparison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users, incidents, high-risk count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JOINs: users + incidents +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Dashboard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activity chart for linked elders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category breakdown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count this week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elder count + total incidents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incident list with risk badges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JOINs: users + incidents + analysis + account_links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E6E9B-8D6B-F756-D1BC-24A730F07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87374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DC1F22-819F-3B08-E057-AA4203459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095" y="196334"/>
            <a:ext cx="5004905" cy="4559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00D65F-428D-325C-E916-87B05CCC5587}"/>
              </a:ext>
            </a:extLst>
          </p:cNvPr>
          <p:cNvSpPr txBox="1"/>
          <p:nvPr/>
        </p:nvSpPr>
        <p:spPr>
          <a:xfrm>
            <a:off x="1974850" y="1092200"/>
            <a:ext cx="1869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Admin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580038-C29A-CE8B-CC3E-03962FE5A38F}"/>
              </a:ext>
            </a:extLst>
          </p:cNvPr>
          <p:cNvSpPr txBox="1"/>
          <p:nvPr/>
        </p:nvSpPr>
        <p:spPr>
          <a:xfrm>
            <a:off x="6578600" y="1308100"/>
            <a:ext cx="2141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Caregiver Dashboard</a:t>
            </a:r>
          </a:p>
        </p:txBody>
      </p:sp>
    </p:spTree>
    <p:extLst>
      <p:ext uri="{BB962C8B-B14F-4D97-AF65-F5344CB8AC3E}">
        <p14:creationId xmlns:p14="http://schemas.microsoft.com/office/powerpoint/2010/main" val="1132822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77640" y="731520"/>
            <a:ext cx="1005840" cy="1005840"/>
          </a:xfrm>
          <a:prstGeom prst="ellipse">
            <a:avLst/>
          </a:prstGeom>
          <a:solidFill>
            <a:srgbClr val="2563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370" y="85725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time!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Nguyen   |   Joe Milner   |   Cameron Hubbard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ElderShield  |  IS 6465  |  March 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github.com/THESunnyNguyen/eldershield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77640" y="1463040"/>
            <a:ext cx="1005840" cy="1005840"/>
          </a:xfrm>
          <a:prstGeom prst="ellipse">
            <a:avLst/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370" y="158877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2672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365760" y="470481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users:  bsmith@eldershield.com / mysecret  |  pjones@eldershield.com / acrobat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984</TotalTime>
  <Words>1364</Words>
  <Application>Microsoft Office PowerPoint</Application>
  <PresentationFormat>On-screen Show (16:9)</PresentationFormat>
  <Paragraphs>298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ElderShield - Final Project Presentation</dc:title>
  <dc:subject>PptxGenJS Presentation</dc:subject>
  <dc:creator>Group 1 - Sunny Nguyen, Joe Milner, Cameron Hubbard</dc:creator>
  <cp:lastModifiedBy>Sunny Nguyen</cp:lastModifiedBy>
  <cp:revision>3</cp:revision>
  <dcterms:created xsi:type="dcterms:W3CDTF">2026-03-14T22:18:32Z</dcterms:created>
  <dcterms:modified xsi:type="dcterms:W3CDTF">2026-03-15T14:59:48Z</dcterms:modified>
</cp:coreProperties>
</file>